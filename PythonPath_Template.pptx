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2D_digital_graphic_design_image_features_a_blue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Main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FFFFFF"/>
                </a:solidFill>
              </a:defRPr>
            </a:pPr>
            <a:r>
              <a:t>Section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FFFFF"/>
                </a:solidFill>
              </a:defRPr>
            </a:pPr>
            <a:r>
              <a:t>Your content goes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Footer or Bottom Heading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